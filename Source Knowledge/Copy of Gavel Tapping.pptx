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015cd80f5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015cd80f5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ad7b67ce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ad7b67ce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ad7b67c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ead7b67c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ad7b67ce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ead7b67ce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ad7b67c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ad7b67c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ad7b67ce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ad7b67ce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ad7b67ce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ead7b67ce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ad7b67ce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ead7b67ce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ad7b67ce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ead7b67ce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d7b67ce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d7b67ce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ad7b67ce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ead7b67ce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ad7b67ce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ead7b67ce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ead7b67ce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ead7b67ce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ead7b67ce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ead7b67ce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ead7b67ce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ead7b67ce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ad7b67ce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ad7b67ce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ad7b67ce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ead7b67ce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ead7b67ce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ead7b67ce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ead7b67ce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ead7b67ce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aece50c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aece50c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DUd15lt0l1xcfrQIDF3-puMcc154SExAJU_SoFKK_ZQ/edit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How To Preside</a:t>
            </a:r>
            <a:endParaRPr sz="4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DISCLAIMER</a:t>
            </a:r>
            <a:endParaRPr sz="4900"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lecture will cover the typical presiding experience</a:t>
            </a:r>
            <a:endParaRPr sz="1500"/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This should be applicable in most rounds/tournaments</a:t>
            </a:r>
            <a:endParaRPr sz="1500"/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Sometimes there are curveballs, so I would heavily recommend reading </a:t>
            </a:r>
            <a:r>
              <a:rPr lang="en" sz="1500"/>
              <a:t>Robert's</a:t>
            </a:r>
            <a:r>
              <a:rPr lang="en" sz="1500"/>
              <a:t> Rules of Order, you can find a pdf version online</a:t>
            </a:r>
            <a:endParaRPr sz="1500"/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Uses NSDA procedures, some local circuits this will not be applicable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lecture is entry-level for those who have never presided and want to learn how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/>
              <a:t>The Basics</a:t>
            </a:r>
            <a:endParaRPr sz="6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Precedence and Recency</a:t>
            </a:r>
            <a:endParaRPr sz="4200"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Precedence- how many times someone has spoke or questioned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 person with less speeches/questions has priority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Recency- how recently someone spoke or questioned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Sen x spoke 2nd on bill 1 and Sen y spoke 8th, Sen x has better recency because they spoke </a:t>
            </a:r>
            <a:r>
              <a:rPr b="1" lang="en" sz="1500"/>
              <a:t>less recently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Many tournaments will give you preset </a:t>
            </a:r>
            <a:r>
              <a:rPr lang="en" sz="1500"/>
              <a:t>recency</a:t>
            </a:r>
            <a:r>
              <a:rPr lang="en" sz="1500"/>
              <a:t> to go off of, but if not you can pick speakers randomly </a:t>
            </a:r>
            <a:r>
              <a:rPr lang="en" sz="1500"/>
              <a:t>until</a:t>
            </a:r>
            <a:r>
              <a:rPr lang="en" sz="1500"/>
              <a:t> precedence and </a:t>
            </a:r>
            <a:r>
              <a:rPr lang="en" sz="1500"/>
              <a:t>recency</a:t>
            </a:r>
            <a:r>
              <a:rPr lang="en" sz="1500"/>
              <a:t> have been established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Picking Speakers and Questioners </a:t>
            </a:r>
            <a:endParaRPr sz="3100"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With Preset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Speakers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Preset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Precedence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Recency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Questioners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Reverse of Preset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Precedence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Recency </a:t>
            </a:r>
            <a:endParaRPr sz="1500"/>
          </a:p>
        </p:txBody>
      </p:sp>
      <p:sp>
        <p:nvSpPr>
          <p:cNvPr id="170" name="Google Shape;170;p18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Without Preset</a:t>
            </a:r>
            <a:endParaRPr sz="1700"/>
          </a:p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Randomness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Precedence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Recency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Timing and Gavel Taps</a:t>
            </a:r>
            <a:endParaRPr sz="4600"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 Speeches: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3 minutes + 10 second grace period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1 Tap 2:00 elapsed, 2 Taps 2:30 elapsed, 3 Taps 2:55 elapsed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3:00 stand and begin to tap with each second until you cut them off at 3:10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Cross: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30 seconds, </a:t>
            </a:r>
            <a:r>
              <a:rPr b="1" lang="en" sz="1500"/>
              <a:t>NO GRACE</a:t>
            </a:r>
            <a:endParaRPr sz="15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Cut them off at 30 seconds</a:t>
            </a:r>
            <a:endParaRPr sz="15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Tap at </a:t>
            </a:r>
            <a:r>
              <a:rPr b="1" lang="en" sz="1500" u="sng"/>
              <a:t>either </a:t>
            </a:r>
            <a:r>
              <a:rPr lang="en" sz="1500"/>
              <a:t>20 seconds elapsed or 25 seconds elapsed</a:t>
            </a:r>
            <a:endParaRPr sz="1500"/>
          </a:p>
          <a:p>
            <a:pPr indent="-3238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Kinda preference but 20 is better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Timing cont’d</a:t>
            </a:r>
            <a:endParaRPr sz="5300"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Some tournaments have “Final Appeals” which are 90 second speeches that the sponsor gives at the end of the debate.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 Tap 30s elapsed, 2 Taps 1:00 elapsed, 3 Taps 1:25 elapsed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Grace Period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Cross-Examination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PO Sheets</a:t>
            </a:r>
            <a:endParaRPr sz="4700"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While</a:t>
            </a:r>
            <a:r>
              <a:rPr lang="en" sz="1500"/>
              <a:t> the debate progresses, POs need to track recency and precedence for speeches and questioning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Keep track of start and end times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a tournament uses the 1 hour per bill rule, tracking that is helpful to the </a:t>
            </a:r>
            <a:r>
              <a:rPr lang="en" sz="1500"/>
              <a:t>parliamentarian</a:t>
            </a:r>
            <a:r>
              <a:rPr lang="en" sz="1500"/>
              <a:t>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EXAMPLE SHEET: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https://docs.google.com/spreadsheets/d/1DUd15lt0l1xcfrQIDF3-puMcc154SExAJU_SoFKK_ZQ/edit?usp=sharing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Procedure Speeches</a:t>
            </a:r>
            <a:endParaRPr sz="5000"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Everything we just went over should go into a procedure speech that you give after being elected: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Thank chamber for electing you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 over how you pick speakers and questioners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 over your timing procedures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</a:t>
            </a:r>
            <a:r>
              <a:rPr lang="en" sz="1500"/>
              <a:t>haven't</a:t>
            </a:r>
            <a:r>
              <a:rPr lang="en" sz="1500"/>
              <a:t> already share your PO sheet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Ask if the have any questions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Dockets</a:t>
            </a:r>
            <a:endParaRPr sz="4800"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If there is no docket, you will run a docket election</a:t>
            </a:r>
            <a:endParaRPr sz="1700"/>
          </a:p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Open the floor for docket nominations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Chamber will nominate dockets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Keep track of them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multiple dockets are proposed, the chamber will vote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Majority docket will be debated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Common Motions</a:t>
            </a:r>
            <a:endParaRPr sz="5100"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These motions require a Second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Previous Question- ⅔ in favor, triggers voting on the bill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tournament uses Final Appeals, PQ triggers that, then you vote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Recess- majority in favor, recess for stated time 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Typically try to avoid these unless you reach a natural break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Adjourn- majority in favor, the debate is over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These ones </a:t>
            </a:r>
            <a:r>
              <a:rPr lang="en" sz="1500"/>
              <a:t>don't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Point of Personal Privilege- ask whoever motioned to state the privilege, usually exit the chamber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Point of Order- this is how the debaters call you out if you make a mistake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Getting Elected</a:t>
            </a:r>
            <a:endParaRPr sz="4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How to get Elected</a:t>
            </a:r>
            <a:endParaRPr sz="4800"/>
          </a:p>
        </p:txBody>
      </p:sp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Unless you are a known PO, it is hard to get elected in rounds other than prelims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TALK TO THE DEBATERS BEFORE YOUR ROUND!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“Hey I’m planning to run for PO it would be awesome if you could vote for me!”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Stuff like this just to get your name out there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PO speeches are very effective if done right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HUGE </a:t>
            </a:r>
            <a:r>
              <a:rPr lang="en" sz="1500"/>
              <a:t>factor when there are no established POs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Also probably your only chance to beat established POs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Established POs </a:t>
            </a:r>
            <a:r>
              <a:rPr b="1" lang="en" sz="1500"/>
              <a:t>ONLY </a:t>
            </a:r>
            <a:r>
              <a:rPr lang="en" sz="1500"/>
              <a:t>have clout with the people that know them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Beating established POs requires swaying the debaters with less circuit experience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Effective PO Speeches</a:t>
            </a:r>
            <a:endParaRPr sz="4800"/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PO speeches tend to be pretty boring in my opinion, because everyone </a:t>
            </a:r>
            <a:r>
              <a:rPr lang="en" sz="1500"/>
              <a:t>basically</a:t>
            </a:r>
            <a:r>
              <a:rPr lang="en" sz="1500"/>
              <a:t> says the same stuff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Effective PO speeches should have 2 things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Your qualifications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Something compelling or convincing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 believe the 2nd is the most important unless you have a crazy accomplishment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Jokes, clever slogans, or anything else that could make the chamber like you can get you more votes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 have 30s-1 minute, </a:t>
            </a:r>
            <a:r>
              <a:rPr lang="en" sz="1500"/>
              <a:t>don't</a:t>
            </a:r>
            <a:r>
              <a:rPr lang="en" sz="1500"/>
              <a:t> be afraid to use it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Happens in a Round?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Round Walkthrough</a:t>
            </a:r>
            <a:endParaRPr sz="4800"/>
          </a:p>
        </p:txBody>
      </p:sp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After being elected: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Right after getting elected allow judges to share a short paradigm (if they want to) while you set up for the round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Share your recency/precedence chart to the chamber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Give procedure speech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Call the session to order and record the time, add session length to determine end time as well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there is no docket, unilaterally open the floor for docket nominations and run the election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Open debate on the first item on the set docket</a:t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Round Walkthrough</a:t>
            </a:r>
            <a:endParaRPr sz="4800"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Call for: authorship speeches, if none: sponsors, if none: first affirmatives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no one wants any of these try to guilt the </a:t>
            </a:r>
            <a:r>
              <a:rPr lang="en" sz="1500"/>
              <a:t>chamber</a:t>
            </a:r>
            <a:r>
              <a:rPr lang="en" sz="1500"/>
              <a:t> and if that </a:t>
            </a:r>
            <a:r>
              <a:rPr lang="en" sz="1500"/>
              <a:t>doesn't</a:t>
            </a:r>
            <a:r>
              <a:rPr lang="en" sz="1500"/>
              <a:t> work begrudgingly ask if anyone wants to motion for a recess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After 1st aff call for 4 30s questioning blocks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no one stands for questions you can absorb the remaining time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Call for first negation, also followed by 4 30s questioning blocks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After 1st aff and neg, the PO can break the cycle if there is ever a point where they need to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After 1st aff and neg, speeches have 2 30s questioning blocks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After 1st aff and neg, majority of presiding is very </a:t>
            </a:r>
            <a:r>
              <a:rPr lang="en" sz="1500"/>
              <a:t>repetitive</a:t>
            </a:r>
            <a:r>
              <a:rPr lang="en" sz="1500"/>
              <a:t> with personal </a:t>
            </a:r>
            <a:r>
              <a:rPr lang="en" sz="1500"/>
              <a:t>privileges</a:t>
            </a:r>
            <a:r>
              <a:rPr lang="en" sz="1500"/>
              <a:t> littered throughout</a:t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Round Walkthrough</a:t>
            </a:r>
            <a:endParaRPr sz="4800"/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Once everyone has spoken once on the legislation, expect a motion to the previous question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At a natural break in debate, expect a motion for a recess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 Always tell the chamber when they need to be back by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Once everyone returns and the session is called back to order, the PO can unilaterally open debate on the next item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Repeat same procedures as 1st bill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the chamber has finished 2 items and the Parliamentarian has allowed it, they are allowed to motion to adjourn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at any point the round reaches its hard stop, the PO may unilaterally move to orders of the day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Miscellaneous Advice</a:t>
            </a:r>
            <a:endParaRPr sz="3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Be a Judge’s Best Friend</a:t>
            </a:r>
            <a:endParaRPr sz="4300"/>
          </a:p>
        </p:txBody>
      </p:sp>
      <p:sp>
        <p:nvSpPr>
          <p:cNvPr id="257" name="Google Shape;257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judge determines if you do well or not, pander to them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the Parli wants you to do something, do it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During recesses ask judges if they need any clarification on anything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Carry yourself in a professional manner and prioritize the judges understanding everything you are saying and doing</a:t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General Tips</a:t>
            </a:r>
            <a:endParaRPr sz="4900"/>
          </a:p>
        </p:txBody>
      </p:sp>
      <p:sp>
        <p:nvSpPr>
          <p:cNvPr id="263" name="Google Shape;263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Even if you make a mistake, which will happen at some point, be confident throughout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 If the mistake is called, usually 1 mistake doesn’t ruin your ranks, but getting shaken and snowballing more mistakes will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Prioritize accuracy over speed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Don’t allow more than 2 people out of the chamber on personal privilege at a time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Update your recency spreadsheet during the first 2 minutes of each speech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 PO really only has 2 minutes per speech where you don’t have something to be doing, this is the best time to update your spreadsheet, because it won’t slow anything else down</a:t>
            </a:r>
            <a:endParaRPr sz="1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