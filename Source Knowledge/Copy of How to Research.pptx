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6be3713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6be3713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be3713a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be3713a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ab028db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ab028db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a9498de3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a9498de3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6be3713a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6be3713a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b2e481d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b2e481d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6be3713a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6be3713a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6be3713a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6be3713a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6be3713a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6be3713a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6be3713a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6be3713a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a9498de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a9498de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6be3713a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6be3713a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be653f2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be653f2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Why Do We Research?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Gain Context on the Legislation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Develop Argumentation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Clarify Assumptions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Preempt Arguments/Refutations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TO BE THE BEST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3081900" y="230975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800"/>
              <a:t>Starting</a:t>
            </a:r>
            <a:r>
              <a:rPr b="1" lang="en" sz="2800"/>
              <a:t> Research:</a:t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Read the legislation thoroughly until you gain a strong understand of what it does. 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best know what they don’t know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Learn about the topic’s most recent related events. Has the government acted on the topic? What about different states?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good rule of thumb: if you’re able to explain the background of a legislation to a non-debater and answer any questions they have clearly, you’re on the right track.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ctrTitle"/>
          </p:nvPr>
        </p:nvSpPr>
        <p:spPr>
          <a:xfrm>
            <a:off x="3081900" y="230975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800"/>
              <a:t>THE BASICS:</a:t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Who?</a:t>
            </a:r>
            <a:r>
              <a:rPr lang="en" sz="1900"/>
              <a:t> (Who is affected by the topic in question?)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What?</a:t>
            </a:r>
            <a:r>
              <a:rPr lang="en" sz="1900"/>
              <a:t> (What can we do to solve the problem?)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Where?</a:t>
            </a:r>
            <a:r>
              <a:rPr lang="en" sz="1900"/>
              <a:t> (Where does this issue exist, where is it most prevalent?)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When?</a:t>
            </a:r>
            <a:r>
              <a:rPr lang="en" sz="1900"/>
              <a:t> (When did this issue begin? Is there a time when it can’t be stopped?)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Why?</a:t>
            </a:r>
            <a:r>
              <a:rPr lang="en" sz="1900"/>
              <a:t> (Why does this issue matter?)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How?</a:t>
            </a:r>
            <a:r>
              <a:rPr lang="en" sz="1900"/>
              <a:t> (How does this issue affect Americans?)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More Example Questions: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is this policy needed?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created the preconditions of the problem?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does the problem look like?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has the problem looked like in the past?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has this problem changed over time?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was the bill written?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Were there any past efforts to solve this problem? Were those efforts effective?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Are there examples that relate to the problem?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Begin Developing Argumentation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THINK: What will the AFF argue?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THINK: What will the NEG argue?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What are assumptions that one/both sides will make about this topic?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What else do I need to learn about to get a full understanding of this topic?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 Wage Example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Usually this is how the round goes…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AFF says right now people can’t survive off of working just one minimum wage job, have to work multiple jobs in the SQUO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NEG says raising labor costs means that people will get fired/businesses will </a:t>
            </a:r>
            <a:r>
              <a:rPr lang="en" sz="1800"/>
              <a:t>shut down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KEEP DIGGING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00" y="2410975"/>
            <a:ext cx="2308425" cy="18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Let’s ask some questions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Who’s actually losing their jobs?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Why are they losing their jobs?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Is it voluntary or involuntary?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LEADS US TO: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Are the people losing their jobs the ones who were previously working multiple jobs?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ctrTitle"/>
          </p:nvPr>
        </p:nvSpPr>
        <p:spPr>
          <a:xfrm>
            <a:off x="3537150" y="1600200"/>
            <a:ext cx="5017500" cy="15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ncert One"/>
              <a:buChar char="●"/>
            </a:pPr>
            <a:r>
              <a:rPr b="1" lang="en" sz="1500">
                <a:solidFill>
                  <a:schemeClr val="dk1"/>
                </a:solidFill>
              </a:rPr>
              <a:t>Why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does it matter if minimum wage workers no longer have to work multiple jobs? </a:t>
            </a:r>
            <a:b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ncert One"/>
              <a:buChar char="●"/>
            </a:pPr>
            <a:r>
              <a:rPr b="1" lang="en" sz="1500">
                <a:solidFill>
                  <a:schemeClr val="dk1"/>
                </a:solidFill>
              </a:rPr>
              <a:t>How 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it improve their lives?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ncert One"/>
              <a:buChar char="●"/>
            </a:pPr>
            <a:r>
              <a:rPr b="1" lang="en" sz="1500">
                <a:solidFill>
                  <a:schemeClr val="dk1"/>
                </a:solidFill>
              </a:rPr>
              <a:t>How </a:t>
            </a: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it affect companies? 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ExtraLight"/>
              <a:buChar char="○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 companies benefit from decreased payroll? 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ExtraLight"/>
              <a:buChar char="○"/>
            </a:pPr>
            <a:r>
              <a:rPr lang="en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Will their workers become more productive? </a:t>
            </a:r>
            <a:endParaRPr sz="15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ASKING QUESTIONS LIKE THESE GIVES GREAT IMPACTS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825" y="0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These are the MOST important: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Ask yourself why and how until you cannot any longer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Research both sides: understand debate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Think about potential assumptions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Craft argumentation that minimizes assumptions and maximizes nuance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Dive into how this legislation affects the average American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Turning Research into a Case (PT 1):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Proving outcome is the most important part of your </a:t>
            </a:r>
            <a:r>
              <a:rPr lang="en" sz="1800"/>
              <a:t>research</a:t>
            </a:r>
            <a:r>
              <a:rPr lang="en" sz="1800"/>
              <a:t> - this is where 99% of arguments die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Have a general idea, but don’t pigeonhole yourself (don’t get too attached to any ideas)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Try to poke holes in your case to solidify them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Turning Research into a Case (PT 2):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800"/>
              <a:t>Looking at Past Precedent: explore anything similar done in the past and look at effectiveness: this is how to find really good cards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Identify the most important people/concepts in the debate and make sure your case interacts with them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Tips and Tricks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b="1" lang="en" sz="1800"/>
              <a:t>Research Articles</a:t>
            </a:r>
            <a:r>
              <a:rPr lang="en" sz="1800"/>
              <a:t>, read Abstract + Results, check table of contents, and CTRL/CMDF keywords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Search Statements NOT Questions: it’s not a bad thing to be wrong with statements (helps you figure out what the truth is)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You don’t always have to just read articles. You can explore videos or books from </a:t>
            </a:r>
            <a:r>
              <a:rPr b="1" lang="en" sz="1800"/>
              <a:t>credible </a:t>
            </a:r>
            <a:r>
              <a:rPr lang="en" sz="1800"/>
              <a:t>sources to gain a better understanding of an issue.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ctrTitle"/>
          </p:nvPr>
        </p:nvSpPr>
        <p:spPr>
          <a:xfrm>
            <a:off x="3081900" y="462250"/>
            <a:ext cx="5560500" cy="4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/>
              <a:t>Step by Step Process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Read the Bill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Search up any words/phrases that you’re unfamiliar with so that you understand what the bill does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Write down everything you know about the topic and come up with questions to guide your background research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Do your background research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Start thinking about what each side will argue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Brainstorm arguments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Decide on your argument and find evidence to prove it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Fully </a:t>
            </a:r>
            <a:r>
              <a:rPr lang="en" sz="1700"/>
              <a:t>build</a:t>
            </a:r>
            <a:r>
              <a:rPr lang="en" sz="1700"/>
              <a:t> your case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