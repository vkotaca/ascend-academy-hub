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0a66b1d6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0a66b1d6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15cd80f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15cd80f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ead7b67ce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ead7b67ce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ad7b67c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ad7b67c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ad7b67ce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ad7b67ce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d1a20da3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d1a20da3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d1a20da3b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6d1a20da3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d1a20da3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d1a20da3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6d1a20da3b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6d1a20da3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d1a20da3b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d1a20da3b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d1a20da3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d1a20da3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d1a20da3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d1a20da3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4" name="Google Shape;44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4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5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>
            <p:ph idx="1" type="body"/>
          </p:nvPr>
        </p:nvSpPr>
        <p:spPr>
          <a:xfrm>
            <a:off x="4933196" y="1625575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1" name="Google Shape;61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6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297500" y="136380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7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6" name="Google Shape;76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6" name="Google Shape;96;p8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9" name="Google Shape;99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3" name="Google Shape;103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0"/>
          <p:cNvGrpSpPr/>
          <p:nvPr/>
        </p:nvGrpSpPr>
        <p:grpSpPr>
          <a:xfrm>
            <a:off x="40600" y="3640247"/>
            <a:ext cx="698925" cy="684657"/>
            <a:chOff x="0" y="3785672"/>
            <a:chExt cx="698925" cy="684657"/>
          </a:xfrm>
        </p:grpSpPr>
        <p:sp>
          <p:nvSpPr>
            <p:cNvPr id="108" name="Google Shape;108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804625" y="380110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775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4" name="Google Shape;114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11"/>
          <p:cNvPicPr preferRelativeResize="0"/>
          <p:nvPr/>
        </p:nvPicPr>
        <p:blipFill rotWithShape="1">
          <a:blip r:embed="rId2">
            <a:alphaModFix/>
          </a:blip>
          <a:srcRect b="39581" l="0" r="0" t="0"/>
          <a:stretch/>
        </p:blipFill>
        <p:spPr>
          <a:xfrm>
            <a:off x="0" y="4536338"/>
            <a:ext cx="1382950" cy="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55825" y="1398187"/>
            <a:ext cx="3232351" cy="23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STAND OUT!</a:t>
            </a:r>
            <a:endParaRPr sz="4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(early)</a:t>
            </a:r>
            <a:endParaRPr sz="4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823850" y="2053000"/>
            <a:ext cx="502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The</a:t>
            </a:r>
            <a:endParaRPr sz="6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Breakdown</a:t>
            </a:r>
            <a:endParaRPr sz="6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The Breakdown</a:t>
            </a:r>
            <a:endParaRPr sz="4200"/>
          </a:p>
        </p:txBody>
      </p:sp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Early (Cycles 1-3) → sometimes 1-4 depending on the size of the round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DO YOUR PREP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Be Attentive to the Round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Don’t Be Afraid to Sound Important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You Tell the Judge What to Pay Attention to</a:t>
            </a:r>
            <a:endParaRPr sz="22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Prep to </a:t>
            </a:r>
            <a:r>
              <a:rPr lang="en" sz="3100"/>
              <a:t>Stand Out</a:t>
            </a:r>
            <a:endParaRPr sz="3100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493319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Researching to Be Noticed</a:t>
            </a:r>
            <a:endParaRPr sz="17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Researching to learn warrants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Being able to know “why” something happens or “why” the legislation is even being proposed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Finding evidence that solutions work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Finding evidence that specific solutions work</a:t>
            </a:r>
            <a:endParaRPr sz="1500"/>
          </a:p>
        </p:txBody>
      </p:sp>
      <p:sp>
        <p:nvSpPr>
          <p:cNvPr id="164" name="Google Shape;164;p17"/>
          <p:cNvSpPr txBox="1"/>
          <p:nvPr>
            <p:ph idx="2" type="body"/>
          </p:nvPr>
        </p:nvSpPr>
        <p:spPr>
          <a:xfrm>
            <a:off x="1382946" y="16867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Researching to Research</a:t>
            </a:r>
            <a:endParaRPr sz="17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Looking at the Legislation Title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Going off of the first couple of links that pop up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Spending more time </a:t>
            </a:r>
            <a:r>
              <a:rPr lang="en" sz="1500"/>
              <a:t>looking at problems than solutions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</a:t>
            </a:r>
            <a:endParaRPr sz="3100"/>
          </a:p>
        </p:txBody>
      </p:sp>
      <p:pic>
        <p:nvPicPr>
          <p:cNvPr id="170" name="Google Shape;170;p18" title="Screenshot 2025-07-03 at 3.34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3788" y="1182225"/>
            <a:ext cx="5966321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So What Does “Stand Out” Prep/Research Look Like</a:t>
            </a:r>
            <a:endParaRPr sz="3100"/>
          </a:p>
        </p:txBody>
      </p:sp>
      <p:sp>
        <p:nvSpPr>
          <p:cNvPr id="176" name="Google Shape;176;p19"/>
          <p:cNvSpPr txBox="1"/>
          <p:nvPr>
            <p:ph idx="2" type="body"/>
          </p:nvPr>
        </p:nvSpPr>
        <p:spPr>
          <a:xfrm>
            <a:off x="1382953" y="1686750"/>
            <a:ext cx="5641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700"/>
              <a:t>Understand Why The Legislation Exists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Understand Why This Specific Solution is Being </a:t>
            </a:r>
            <a:r>
              <a:rPr lang="en" sz="1700"/>
              <a:t>Prescribed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More Often than Not this Solution has Been Brought Up Somewhere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Start By Looking at Where This Was Implemented and What The Results Have Been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Put Together the Case</a:t>
            </a:r>
            <a:endParaRPr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823850" y="2053000"/>
            <a:ext cx="5024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Paying</a:t>
            </a:r>
            <a:endParaRPr sz="6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Attention</a:t>
            </a:r>
            <a:endParaRPr sz="6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Now You are in Round</a:t>
            </a:r>
            <a:endParaRPr sz="3100"/>
          </a:p>
        </p:txBody>
      </p:sp>
      <p:sp>
        <p:nvSpPr>
          <p:cNvPr id="187" name="Google Shape;187;p21"/>
          <p:cNvSpPr txBox="1"/>
          <p:nvPr>
            <p:ph idx="2" type="body"/>
          </p:nvPr>
        </p:nvSpPr>
        <p:spPr>
          <a:xfrm>
            <a:off x="1382953" y="1686750"/>
            <a:ext cx="5641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Pay Attention to Speakers on Your Side and the Opposition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Pay Attention to CX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Particularly Strong Questions you ask can/should be brought up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The Importance of Framing</a:t>
            </a:r>
            <a:endParaRPr sz="3100"/>
          </a:p>
        </p:txBody>
      </p:sp>
      <p:sp>
        <p:nvSpPr>
          <p:cNvPr id="193" name="Google Shape;193;p22"/>
          <p:cNvSpPr txBox="1"/>
          <p:nvPr>
            <p:ph idx="2" type="body"/>
          </p:nvPr>
        </p:nvSpPr>
        <p:spPr>
          <a:xfrm>
            <a:off x="1382953" y="1686750"/>
            <a:ext cx="5641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Good Framing can Put You in T6 Easily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Someone that Frames the Round Really REALLY well and Has Good Evidence Can Win a Round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Framing comes from a good pre-requisite/overview that comes right after your intro right before your squo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Framing can also come after your outcome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</a:t>
            </a:r>
            <a:endParaRPr sz="3100"/>
          </a:p>
        </p:txBody>
      </p:sp>
      <p:sp>
        <p:nvSpPr>
          <p:cNvPr id="199" name="Google Shape;199;p23"/>
          <p:cNvSpPr txBox="1"/>
          <p:nvPr>
            <p:ph idx="2" type="body"/>
          </p:nvPr>
        </p:nvSpPr>
        <p:spPr>
          <a:xfrm>
            <a:off x="1382949" y="1686750"/>
            <a:ext cx="7761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(Intro here)...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Pre: This debate has begun with the sponsor and the rest of my side saying that a Carbon Tax is needed now, while Sen.____ leading the negation has pointed out that this tax could </a:t>
            </a:r>
            <a:r>
              <a:rPr lang="en" sz="1700"/>
              <a:t>severely</a:t>
            </a:r>
            <a:r>
              <a:rPr lang="en" sz="1700"/>
              <a:t> hurt Americans. I believe that if my side can prove to you that a Carbon Tax can be implemented without </a:t>
            </a:r>
            <a:r>
              <a:rPr lang="en" sz="1700"/>
              <a:t>severely</a:t>
            </a:r>
            <a:r>
              <a:rPr lang="en" sz="1700"/>
              <a:t> </a:t>
            </a:r>
            <a:r>
              <a:rPr lang="en" sz="1700"/>
              <a:t>hurting</a:t>
            </a:r>
            <a:r>
              <a:rPr lang="en" sz="1700"/>
              <a:t> </a:t>
            </a:r>
            <a:r>
              <a:rPr lang="en" sz="1700"/>
              <a:t>Americans financially we should pass this legislation. Let’s examine how we already have system in place that will ensure that.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Example</a:t>
            </a:r>
            <a:endParaRPr sz="3100"/>
          </a:p>
        </p:txBody>
      </p:sp>
      <p:sp>
        <p:nvSpPr>
          <p:cNvPr id="205" name="Google Shape;205;p24"/>
          <p:cNvSpPr txBox="1"/>
          <p:nvPr>
            <p:ph idx="2" type="body"/>
          </p:nvPr>
        </p:nvSpPr>
        <p:spPr>
          <a:xfrm>
            <a:off x="1382949" y="1686750"/>
            <a:ext cx="7761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(Intro here)...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Pre: So far the negation has pointed out two things. 1 Labor will be exploited in Latin America by Corps, 2 Latin America is too tied to China. This legislation does not bind any country to our deal. It is simply a choice. If they think the choice is bad then they don’t need to take our deal. But I want to show you why us as an option is better than doing absolutely nothing.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cend Format">
  <a:themeElements>
    <a:clrScheme name="Focus">
      <a:dk1>
        <a:srgbClr val="1B212C"/>
      </a:dk1>
      <a:lt1>
        <a:srgbClr val="000000"/>
      </a:lt1>
      <a:dk2>
        <a:srgbClr val="D9D9D9"/>
      </a:dk2>
      <a:lt2>
        <a:srgbClr val="AD3033"/>
      </a:lt2>
      <a:accent1>
        <a:srgbClr val="000000"/>
      </a:accent1>
      <a:accent2>
        <a:srgbClr val="000000"/>
      </a:accent2>
      <a:accent3>
        <a:srgbClr val="AD3033"/>
      </a:accent3>
      <a:accent4>
        <a:srgbClr val="FFFFFF"/>
      </a:accent4>
      <a:accent5>
        <a:srgbClr val="999999"/>
      </a:accent5>
      <a:accent6>
        <a:srgbClr val="CCCCCC"/>
      </a:accent6>
      <a:hlink>
        <a:srgbClr val="AD3033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