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6c782b0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6c782b0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6c782b04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76c782b04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ab4c3040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eab4c3040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ab4c3040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eab4c3040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eab4c3040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eab4c3040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ec1351b7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ec1351b7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ab4c3040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eab4c3040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7182b46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7182b46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eab4c3040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eab4c3040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eab4c3040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eab4c3040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eab4c3040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eab4c3040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ab4c3040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eab4c3040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eab4c3040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eab4c3040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eab4c3040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eab4c3040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ab4c3040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eab4c3040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eab4c3040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eab4c3040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eab4c3040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eab4c3040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document/d/1cQE0LHe9eNyX5iqoDq-Ba5ULq_G1UigWqHRwQaOjjIc/edit?usp=sharing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Argument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Generation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</a:t>
            </a:r>
            <a:r>
              <a:rPr b="1" lang="en"/>
              <a:t>round winning</a:t>
            </a:r>
            <a:r>
              <a:rPr lang="en"/>
              <a:t> argument?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/>
              <a:t>DISCLAIMER!!!</a:t>
            </a:r>
            <a:endParaRPr b="1" sz="3700"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“Round winning” arguments don’t guarantee anything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/>
              <a:t>Speeches</a:t>
            </a:r>
            <a:r>
              <a:rPr lang="en" sz="2000"/>
              <a:t> win rounds,</a:t>
            </a:r>
            <a:r>
              <a:rPr b="1" lang="en" sz="2000"/>
              <a:t> not just</a:t>
            </a:r>
            <a:r>
              <a:rPr lang="en" sz="2000"/>
              <a:t> arguments</a:t>
            </a:r>
            <a:endParaRPr sz="20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But</a:t>
            </a:r>
            <a:r>
              <a:rPr lang="en" sz="1800"/>
              <a:t> </a:t>
            </a:r>
            <a:r>
              <a:rPr lang="en" sz="1800" u="sng"/>
              <a:t>tournament winning speeches</a:t>
            </a:r>
            <a:r>
              <a:rPr lang="en" sz="1800"/>
              <a:t> are built off of </a:t>
            </a:r>
            <a:r>
              <a:rPr lang="en" sz="1800" u="sng"/>
              <a:t>round winning arguments</a:t>
            </a:r>
            <a:endParaRPr sz="1800" u="sng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Also 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There can be multiple “round winning” arguments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If you execute the argument incorrectly, of course it won’t win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What Wins A Round?</a:t>
            </a:r>
            <a:endParaRPr sz="3500"/>
          </a:p>
        </p:txBody>
      </p:sp>
      <p:sp>
        <p:nvSpPr>
          <p:cNvPr id="163" name="Google Shape;163;p17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164" name="Google Shape;164;p17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Ask yourself this on every topic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How does the </a:t>
            </a:r>
            <a:r>
              <a:rPr b="1" lang="en" sz="1500"/>
              <a:t>Aff </a:t>
            </a:r>
            <a:r>
              <a:rPr lang="en" sz="1500"/>
              <a:t>win? How does the </a:t>
            </a:r>
            <a:r>
              <a:rPr b="1" lang="en" sz="1500"/>
              <a:t>Neg </a:t>
            </a:r>
            <a:r>
              <a:rPr lang="en" sz="1500"/>
              <a:t>win?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do they prove?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cards do they need?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What </a:t>
            </a:r>
            <a:r>
              <a:rPr lang="en" sz="1300"/>
              <a:t>args are the most intuitive on either side?</a:t>
            </a:r>
            <a:endParaRPr sz="13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Always be thinking about win conditions and how you can meet them 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The Comparative</a:t>
            </a:r>
            <a:endParaRPr sz="4300"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most </a:t>
            </a:r>
            <a:r>
              <a:rPr lang="en" sz="1800"/>
              <a:t>important</a:t>
            </a:r>
            <a:r>
              <a:rPr lang="en" sz="1800"/>
              <a:t> thing to consider when thinking about win conditions is to always remember the comparative</a:t>
            </a:r>
            <a:endParaRPr sz="18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Aff is </a:t>
            </a:r>
            <a:r>
              <a:rPr lang="en" sz="1600"/>
              <a:t>saying the world with the bill is </a:t>
            </a:r>
            <a:r>
              <a:rPr b="1" lang="en" sz="1600"/>
              <a:t>better</a:t>
            </a:r>
            <a:r>
              <a:rPr lang="en" sz="1600"/>
              <a:t> than the status quo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Neg is saying the world with the bill is </a:t>
            </a:r>
            <a:r>
              <a:rPr b="1" lang="en" sz="1600"/>
              <a:t>worse</a:t>
            </a:r>
            <a:r>
              <a:rPr lang="en" sz="1600"/>
              <a:t> than the status quo, or that the status quo is better than the world with the bill 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Neg </a:t>
            </a:r>
            <a:r>
              <a:rPr b="1" lang="en" sz="1600"/>
              <a:t>needs</a:t>
            </a:r>
            <a:r>
              <a:rPr lang="en" sz="1600"/>
              <a:t> to prove the bill makes things </a:t>
            </a:r>
            <a:r>
              <a:rPr b="1" lang="en" sz="1600"/>
              <a:t>worse</a:t>
            </a:r>
            <a:endParaRPr sz="16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Win conditions often coincide with the </a:t>
            </a:r>
            <a:r>
              <a:rPr b="1" lang="en" sz="1800"/>
              <a:t>most compelling</a:t>
            </a:r>
            <a:r>
              <a:rPr lang="en" sz="1800"/>
              <a:t> reason why a judge might lean in favor of the aff or neg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The Comparative in Practice</a:t>
            </a:r>
            <a:endParaRPr sz="3700"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493319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Offense</a:t>
            </a:r>
            <a:endParaRPr sz="18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convincing stuff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Why </a:t>
            </a:r>
            <a:r>
              <a:rPr lang="en"/>
              <a:t>is your side the winner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Outcomes and impacts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MANDATORY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It’s not enough to prove the other side is wrong if you cannot convince the judges your side is right. </a:t>
            </a:r>
            <a:endParaRPr/>
          </a:p>
        </p:txBody>
      </p:sp>
      <p:sp>
        <p:nvSpPr>
          <p:cNvPr id="177" name="Google Shape;177;p19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Defense</a:t>
            </a:r>
            <a:endParaRPr sz="1800"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Defend </a:t>
            </a:r>
            <a:r>
              <a:rPr lang="en"/>
              <a:t>your own side by pushing back the other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Refute, turn, weigh, etc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Early cycles likely won’t have much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If you ever feel like the other side is making stupid arguments or is just plain wrong, this is where you can explain to the judges why.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Be nice about it though. Most judges will instantly drop someone that is rude.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382950" y="1103300"/>
            <a:ext cx="6953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Round winning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arguments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will ideally strengthen your side and weaken the opposition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Win-Conditions</a:t>
            </a:r>
            <a:endParaRPr sz="5000"/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Simply put, </a:t>
            </a:r>
            <a:r>
              <a:rPr b="1" lang="en" sz="1500"/>
              <a:t>what is required for one side to win the round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How can you do the best job at meeting that condition for your side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Believability </a:t>
            </a:r>
            <a:r>
              <a:rPr lang="en" sz="1500"/>
              <a:t>is very important to judges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they don’t buy your argument, your whole speech was useless 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Sometimes the “optimal” win condition won’t be believable</a:t>
            </a:r>
            <a:endParaRPr sz="1500"/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Prioritize intuitive arguments that aren’t very hard to understand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Winning a round requires satisfying the win condition as effectively as possible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Why Win-Conditions Matter</a:t>
            </a:r>
            <a:endParaRPr sz="3800"/>
          </a:p>
        </p:txBody>
      </p:sp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Knowing the goals of </a:t>
            </a:r>
            <a:r>
              <a:rPr lang="en" sz="1800"/>
              <a:t>both sides allows you to create the </a:t>
            </a:r>
            <a:r>
              <a:rPr b="1" lang="en" sz="1800"/>
              <a:t>BEST </a:t>
            </a:r>
            <a:r>
              <a:rPr lang="en" sz="1800"/>
              <a:t>offense and defense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If you know the other side </a:t>
            </a:r>
            <a:r>
              <a:rPr b="1" lang="en" sz="1800"/>
              <a:t>needs</a:t>
            </a:r>
            <a:r>
              <a:rPr lang="en" sz="1800"/>
              <a:t> to prove something to win, make it as difficult as possible for them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best debaters can counter the wincon of the opposition while solidifying the wincon of their own side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Picking Your Side</a:t>
            </a:r>
            <a:endParaRPr sz="5400"/>
          </a:p>
        </p:txBody>
      </p:sp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While considering win-conditions, argue on the side with the easiest condition to meet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you can’t think of a response to a certain aff arg, go aff and use that arg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you think </a:t>
            </a:r>
            <a:r>
              <a:rPr lang="en" sz="1500"/>
              <a:t>it's</a:t>
            </a:r>
            <a:r>
              <a:rPr lang="en" sz="1500"/>
              <a:t> easier to respond to the neg, probably don’t go neg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Most </a:t>
            </a:r>
            <a:r>
              <a:rPr lang="en" sz="1500"/>
              <a:t>importantly, consider responses and arguments on believability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If the response to an arg is possible, but really complicated it might be worth it not to run that argument 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Finding Gaps</a:t>
            </a:r>
            <a:endParaRPr sz="4800"/>
          </a:p>
        </p:txBody>
      </p:sp>
      <p:sp>
        <p:nvSpPr>
          <p:cNvPr id="202" name="Google Shape;202;p23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203" name="Google Shape;203;p23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you were always guaranteed 1st recency the lecture could probably end here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But you aren’t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Predicting more than the competition makes you more flexible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Identifying Strengths</a:t>
            </a:r>
            <a:endParaRPr sz="5000"/>
          </a:p>
        </p:txBody>
      </p:sp>
      <p:sp>
        <p:nvSpPr>
          <p:cNvPr id="209" name="Google Shape;209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your side does </a:t>
            </a:r>
            <a:r>
              <a:rPr lang="en" sz="1600"/>
              <a:t>something</a:t>
            </a:r>
            <a:r>
              <a:rPr lang="en" sz="1600"/>
              <a:t> well, no need for you to also do it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 lot of debates do a good job of establishing the squo and unless your argument reframes the squo, you don’t need to spend 30 sec on it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I </a:t>
            </a:r>
            <a:r>
              <a:rPr lang="en" sz="1600"/>
              <a:t>don't</a:t>
            </a:r>
            <a:r>
              <a:rPr lang="en" sz="1600"/>
              <a:t> really care if you have a card that’s like 2% more significant than what your side said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Cut out what doesn’t help your side’s wincon and add more nuanced defense or offense in its place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Identifying Weaknesses</a:t>
            </a:r>
            <a:endParaRPr sz="4500"/>
          </a:p>
        </p:txBody>
      </p:sp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easiest mid-late round </a:t>
            </a:r>
            <a:r>
              <a:rPr lang="en" sz="1600"/>
              <a:t>speeches</a:t>
            </a:r>
            <a:r>
              <a:rPr lang="en" sz="1600"/>
              <a:t> are the ones you predicted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you know their will be certain gaps in the debate, you can position yourself to fill the gaps 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CO2 tax neg always struggles to beat climate change arg on aff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If you are aff, call that out</a:t>
            </a:r>
            <a:endParaRPr sz="1600"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If you are neg, focus your speech on </a:t>
            </a:r>
            <a:r>
              <a:rPr lang="en" sz="1600"/>
              <a:t>addressing</a:t>
            </a:r>
            <a:r>
              <a:rPr lang="en" sz="1600"/>
              <a:t> that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Each Gap is an Opportunity</a:t>
            </a:r>
            <a:endParaRPr sz="3900"/>
          </a:p>
        </p:txBody>
      </p:sp>
      <p:sp>
        <p:nvSpPr>
          <p:cNvPr id="221" name="Google Shape;221;p26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Whether its bad cards, warrants, or links: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gap on your own side is an opportunity to clarify, and win over judges.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gap on the opposing side is ammunition to use against them</a:t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The Most Common Gaps</a:t>
            </a:r>
            <a:endParaRPr sz="4300"/>
          </a:p>
        </p:txBody>
      </p:sp>
      <p:sp>
        <p:nvSpPr>
          <p:cNvPr id="227" name="Google Shape;227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Typical debates tend to struggle with a lot of things but the most common are; impacts, evidence, and comparative analysis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Impacts: always be objectively good or bad to the Average American, this is called “terminalization” 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Evidence: high quality evidence is numerical if applicable  and comes from reputable sounding sources, not older than 5 yrs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Comparative analysis: remember, the neg needs to prove the bill makes the squo worse, not that the bill is suboptimal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What About Bland Debates?</a:t>
            </a:r>
            <a:endParaRPr sz="3700"/>
          </a:p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493319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Examples: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CARSI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https://docs.google.com/document/d/1cQE0LHe9eNyX5iqoDq-Ba5ULq_G1UigWqHRwQaOjjIc/edit?usp=sharing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CARSI good vs CARSI bad is a bad debate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Aff expanded CARSI to specific programs</a:t>
            </a:r>
            <a:endParaRPr sz="1700"/>
          </a:p>
        </p:txBody>
      </p:sp>
      <p:sp>
        <p:nvSpPr>
          <p:cNvPr id="234" name="Google Shape;234;p28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about those rounds where both side really only has 1 main argument?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You can make an argument </a:t>
            </a:r>
            <a:r>
              <a:rPr b="1" lang="en" sz="1600"/>
              <a:t>about</a:t>
            </a:r>
            <a:r>
              <a:rPr lang="en" sz="1600"/>
              <a:t> other arguments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From there, why should your meta-argument beat the other side?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Creating an Argument</a:t>
            </a:r>
            <a:endParaRPr sz="3900"/>
          </a:p>
        </p:txBody>
      </p:sp>
      <p:sp>
        <p:nvSpPr>
          <p:cNvPr id="240" name="Google Shape;240;p2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241" name="Google Shape;241;p2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you understand win conditions and can predict a gap or two, where do you start?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You </a:t>
            </a:r>
            <a:r>
              <a:rPr b="1" lang="en" sz="1500"/>
              <a:t>need</a:t>
            </a:r>
            <a:r>
              <a:rPr lang="en" sz="1500"/>
              <a:t> to have an idea of some argument that you like at this point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Mindless research is good for background information, bad for writing a speech</a:t>
            </a:r>
            <a:endParaRPr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Researching Your Argument</a:t>
            </a:r>
            <a:endParaRPr sz="3700"/>
          </a:p>
        </p:txBody>
      </p:sp>
      <p:sp>
        <p:nvSpPr>
          <p:cNvPr id="247" name="Google Shape;247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Come up with an argument </a:t>
            </a:r>
            <a:r>
              <a:rPr b="1" lang="en" sz="1500"/>
              <a:t>BEFORE </a:t>
            </a:r>
            <a:r>
              <a:rPr lang="en" sz="1500"/>
              <a:t>you start seriously prepping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Generally start with the outcome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This is the easiest starting point to guide research because impacts come from outcomes, and the squo is usually pretty easy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Don’t prep </a:t>
            </a:r>
            <a:r>
              <a:rPr b="1" lang="en" sz="1500"/>
              <a:t>ONLY </a:t>
            </a:r>
            <a:r>
              <a:rPr lang="en" sz="1500"/>
              <a:t>offense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Have responses and weighing resources at the ready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Don’t </a:t>
            </a:r>
            <a:r>
              <a:rPr b="1" lang="en" sz="1500"/>
              <a:t>HAVE to </a:t>
            </a:r>
            <a:r>
              <a:rPr lang="en" sz="1500"/>
              <a:t>be carded while prepping, but should be ready to find a card in round if a certain response is necessary</a:t>
            </a:r>
            <a:endParaRPr sz="1500"/>
          </a:p>
          <a:p>
            <a:pPr indent="-323850" lvl="3" marL="18288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 would say card the response preemptively no matter what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Don't use arguments that are polarizing enough to immediately put off certain judges</a:t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Rounds are </a:t>
            </a:r>
            <a:r>
              <a:rPr lang="en" sz="4000"/>
              <a:t>Ever Changing</a:t>
            </a:r>
            <a:endParaRPr sz="4000"/>
          </a:p>
        </p:txBody>
      </p:sp>
      <p:sp>
        <p:nvSpPr>
          <p:cNvPr id="253" name="Google Shape;253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Finding gaps preemptively is ideal, but </a:t>
            </a:r>
            <a:r>
              <a:rPr lang="en" sz="1600"/>
              <a:t>being able to find gaps during a round is the key to adapting to different cycles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If your prediction is completely wrong, you need to be able to make changes to remain relevant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Each cycle adds more and more to the debate, don’t be scared to throw stuff out and take a risk with what the round is giving you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You can almost always retool your outcome and impact unless they are taken verbatim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