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b2d428b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eb2d428b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b2d428b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b2d428b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b2d428b1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eb2d428b1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b2d428b1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eb2d428b1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b2d428b1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eb2d428b1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b2d428b1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b2d428b1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b2d428b1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eb2d428b1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b2d428b1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eb2d428b1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b2d428b1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eb2d428b1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b2d428b1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eb2d428b1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Evaluating Ballots</a:t>
            </a:r>
            <a:endParaRPr sz="5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Types of Ballots</a:t>
            </a:r>
            <a:endParaRPr/>
          </a:p>
        </p:txBody>
      </p:sp>
      <p:sp>
        <p:nvSpPr>
          <p:cNvPr id="152" name="Google Shape;152;p1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Experienced Judges:</a:t>
            </a:r>
            <a:endParaRPr b="1"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Clear </a:t>
            </a:r>
            <a:r>
              <a:rPr lang="en" sz="1600"/>
              <a:t>criticism</a:t>
            </a:r>
            <a:r>
              <a:rPr lang="en" sz="1600"/>
              <a:t> that can be used to improve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Generally easy to understand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Provides justification for ranking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493319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Inexperienced Judges:</a:t>
            </a:r>
            <a:endParaRPr b="1"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Good speech! 9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do about Bare Ballots?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Inexperienced Judges are Still Judges</a:t>
            </a:r>
            <a:endParaRPr sz="2800"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There are </a:t>
            </a:r>
            <a:r>
              <a:rPr b="1" lang="en" sz="1500"/>
              <a:t>always </a:t>
            </a:r>
            <a:r>
              <a:rPr lang="en" sz="1500"/>
              <a:t>reasons one debater will be ranked </a:t>
            </a:r>
            <a:r>
              <a:rPr lang="en" sz="1500"/>
              <a:t>above another, even if the judge is not able to put it into words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Oftentimes, </a:t>
            </a:r>
            <a:r>
              <a:rPr b="1" lang="en" sz="1500"/>
              <a:t>not being able to put it into words </a:t>
            </a:r>
            <a:r>
              <a:rPr lang="en" sz="1500"/>
              <a:t>is why the ballot will be blank or unhelpful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By understanding what inexperienced judges consider valuable, we can learn to improve even when the ballot doesn't tell us how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Any ballot that isn’t a 1, gives you something to work on</a:t>
            </a:r>
            <a:endParaRPr b="1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Who are Inexperienced Judges?</a:t>
            </a:r>
            <a:endParaRPr sz="3100"/>
          </a:p>
        </p:txBody>
      </p:sp>
      <p:sp>
        <p:nvSpPr>
          <p:cNvPr id="170" name="Google Shape;170;p18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ones that didn’t do or coach debate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More often than not, parents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Parent judges are thrown into the event without much instruction other than “1 is the best 9 is the worst”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Oftentimes t</a:t>
            </a:r>
            <a:r>
              <a:rPr lang="en" sz="1600"/>
              <a:t>hey feel unqualified to criticize students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What do Parent Judges Want?</a:t>
            </a:r>
            <a:endParaRPr sz="3500"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Let’s contextualize parent judges: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They don’t </a:t>
            </a:r>
            <a:r>
              <a:rPr lang="en" sz="1500"/>
              <a:t>research</a:t>
            </a:r>
            <a:r>
              <a:rPr lang="en" sz="1500"/>
              <a:t> these topics, and unless </a:t>
            </a:r>
            <a:r>
              <a:rPr lang="en" sz="1500"/>
              <a:t>it's</a:t>
            </a:r>
            <a:r>
              <a:rPr lang="en" sz="1500"/>
              <a:t> popular in the news cycle, likely aren’t very familiar with it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They probably don’t care a ton about a topic they don’t know about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They probably would rather be doing anything else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Parents don’t like disrespectful children 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Ask mine, your’s or anyone else’s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Improving from Bare Ballots</a:t>
            </a:r>
            <a:endParaRPr sz="3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Wording and Warranting</a:t>
            </a:r>
            <a:endParaRPr sz="4200"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Wording and warranting tend to determine the </a:t>
            </a:r>
            <a:r>
              <a:rPr lang="en" sz="1500"/>
              <a:t>general</a:t>
            </a:r>
            <a:r>
              <a:rPr lang="en" sz="1500"/>
              <a:t> understandability of a speech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Use </a:t>
            </a:r>
            <a:r>
              <a:rPr lang="en" sz="1500"/>
              <a:t>words that you hear and use in everyday conversation 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Don’t push the boundary on this one, I don’t care that you claim to regularly use 5 syllable words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Every card and claim </a:t>
            </a:r>
            <a:r>
              <a:rPr b="1" lang="en" sz="1500"/>
              <a:t>NEEDS</a:t>
            </a:r>
            <a:r>
              <a:rPr lang="en"/>
              <a:t> </a:t>
            </a:r>
            <a:r>
              <a:rPr lang="en" sz="1500"/>
              <a:t>to be well-warranted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Explain it as much as possible and then explain it more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Over-explaining is better than under-explaining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Show your arguments to your own parents and ask if they can understand it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Anything that might make a judge stop focusing to think can lose you the 1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Impacting</a:t>
            </a:r>
            <a:endParaRPr sz="4600"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a judge can picture or understand your impact in relation to their own life, they care about your speech and your argument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Connect impacts to the life of the average American as much as possible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Sometimes this is not doable, some foreign policy debates won’t have clean connections and some bills are just too small on scope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ALL </a:t>
            </a:r>
            <a:r>
              <a:rPr lang="en" sz="1500"/>
              <a:t>judges want to feel like one side makes their life better or </a:t>
            </a:r>
            <a:r>
              <a:rPr lang="en" sz="1500"/>
              <a:t>prevents</a:t>
            </a:r>
            <a:r>
              <a:rPr lang="en" sz="1500"/>
              <a:t> it from getting worse, inexperienced judges in particular are more likely to rank up arguments they connect with because they understand less of the round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Engagement</a:t>
            </a:r>
            <a:endParaRPr sz="4400"/>
          </a:p>
        </p:txBody>
      </p:sp>
      <p:sp>
        <p:nvSpPr>
          <p:cNvPr id="199" name="Google Shape;199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 order for an inexperienced judge to understand your speech, they need to listen to the whole 3 minutes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Simple warranting and wording can prevent you from losing them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Engaging speaking and well-done rhetorical performances can make judges </a:t>
            </a:r>
            <a:r>
              <a:rPr b="1" lang="en" sz="1500"/>
              <a:t>want </a:t>
            </a:r>
            <a:r>
              <a:rPr lang="en" sz="1500"/>
              <a:t>to listen to you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Being dynamic is the most important aspect of engaging </a:t>
            </a:r>
            <a:r>
              <a:rPr lang="en" sz="1500"/>
              <a:t>speaking</a:t>
            </a:r>
            <a:r>
              <a:rPr lang="en" sz="1500"/>
              <a:t>  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Fluctuation, rhetoric, emotions, jokes, varied speed, etc. all make a speech </a:t>
            </a:r>
            <a:r>
              <a:rPr lang="en" sz="1500"/>
              <a:t>more</a:t>
            </a:r>
            <a:r>
              <a:rPr lang="en" sz="1500"/>
              <a:t> dynamic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Rhetoric that matches your personality is the best kind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Humor, passion, conviction, sarcasm, deadpan, etc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Use what is natural to you  </a:t>
            </a:r>
            <a:endParaRPr sz="1500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Don’t be Rude</a:t>
            </a:r>
            <a:endParaRPr sz="4400"/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Parent judges really don’t want to watch children be rude or disrespectful towards </a:t>
            </a:r>
            <a:r>
              <a:rPr lang="en" sz="1500"/>
              <a:t>each other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event is built on roleplaying professionalism, </a:t>
            </a:r>
            <a:r>
              <a:rPr lang="en" sz="1500"/>
              <a:t>don't</a:t>
            </a:r>
            <a:r>
              <a:rPr lang="en" sz="1500"/>
              <a:t> do </a:t>
            </a:r>
            <a:r>
              <a:rPr lang="en" sz="1500"/>
              <a:t>something</a:t>
            </a:r>
            <a:r>
              <a:rPr lang="en" sz="1500"/>
              <a:t> that can be perceived as rude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In cross, you cannot get flustered by stupid questions or squirreling answers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Do not be condescending towards an argument that you think is weak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 the same way that a good teacher can nicely explain to a student what they did wrong, a good debater nicely explains to the judges what the opposing side is doing wrong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