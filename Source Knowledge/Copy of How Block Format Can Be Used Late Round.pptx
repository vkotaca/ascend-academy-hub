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2e481d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2e481d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6bdda4d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6bdda4d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6bdda4de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76bdda4de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6bdda4de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6bdda4de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6bdda4de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6bdda4de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6bdda4de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6bdda4de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6bdda4de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6bdda4de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6bdda4de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6bdda4de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 until you get to what type of debate you’re in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6bdda4de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6bdda4de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6bdda4de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6bdda4de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a060f0e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a060f0e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6bdda4de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6bdda4de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7b6255b9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67b6255b9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161000" y="1587150"/>
            <a:ext cx="5491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Block Format Late Round/Round Adaption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108525" y="292525"/>
            <a:ext cx="5017500" cy="46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The 3 Keys to Speaking Late: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Pre-Round Knowledge/Research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Identifying Clash Points and the Type of Debate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Integrating your speech into a round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ctrTitle"/>
          </p:nvPr>
        </p:nvSpPr>
        <p:spPr>
          <a:xfrm>
            <a:off x="3527075" y="6102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/>
              <a:t>Pre-Round Knowledge and Research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527075" y="2924725"/>
            <a:ext cx="499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75% of Adaptation comes from what you do before round, the other 25% comes from in round! 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ctrTitle"/>
          </p:nvPr>
        </p:nvSpPr>
        <p:spPr>
          <a:xfrm>
            <a:off x="3108525" y="292525"/>
            <a:ext cx="5017500" cy="46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Strategic Prepping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Research Both Sides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Understand what will the stock argumentation be of each side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Think about </a:t>
            </a:r>
            <a:r>
              <a:rPr lang="en" sz="1900"/>
              <a:t>the</a:t>
            </a:r>
            <a:r>
              <a:rPr lang="en" sz="1900"/>
              <a:t> win conditions of each side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Come up with arguments with enough nuance: ensure relevance no matter where you speak. What does this look like?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ctrTitle"/>
          </p:nvPr>
        </p:nvSpPr>
        <p:spPr>
          <a:xfrm>
            <a:off x="3108525" y="292525"/>
            <a:ext cx="5017500" cy="46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THE CORE WINS!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You should focus on how to win the main ideas for your side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Best way to do this is with unique warrants or flipping the other side’s argumentation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STAY RELEVANT BY PREPPING A CASE THAT MATTERS!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ctrTitle"/>
          </p:nvPr>
        </p:nvSpPr>
        <p:spPr>
          <a:xfrm>
            <a:off x="3496825" y="297550"/>
            <a:ext cx="5017500" cy="45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Min Wage Example: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Main ideas </a:t>
            </a:r>
            <a:r>
              <a:rPr lang="en" sz="2000"/>
              <a:t>revolve around what happens to workers and businesses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Winning the clash: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Flipping the NEG: Voluntary Job Loss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Unique Warrant: Decreased Worker Turnover saves businesses money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ctrTitle"/>
          </p:nvPr>
        </p:nvSpPr>
        <p:spPr>
          <a:xfrm>
            <a:off x="3527075" y="6102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We’ve Identified Strategies to Help Speak Late: </a:t>
            </a:r>
            <a:endParaRPr b="1"/>
          </a:p>
        </p:txBody>
      </p:sp>
      <p:sp>
        <p:nvSpPr>
          <p:cNvPr id="178" name="Google Shape;178;p20"/>
          <p:cNvSpPr txBox="1"/>
          <p:nvPr/>
        </p:nvSpPr>
        <p:spPr>
          <a:xfrm>
            <a:off x="3527075" y="2924725"/>
            <a:ext cx="4992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Now what do I do in round?</a:t>
            </a:r>
            <a:endParaRPr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ctrTitle"/>
          </p:nvPr>
        </p:nvSpPr>
        <p:spPr>
          <a:xfrm>
            <a:off x="3108525" y="292525"/>
            <a:ext cx="5017500" cy="46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Flowing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None of this is applicable if you’re not flowing rounds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At all times, you should be taking notes of what is being said and who is saying it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You should be able to identify at least 1-2 main clash points in a round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Identifying Clash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Clash is any disagreement or clashing viewpoints within a debate - points of contention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Identifying clash starts with understanding the arguments of the otherside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Most of the clash will occur within the outcome of a bill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 Ex: UBI - main clash point is poverty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Type of Debates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SQUO: Disagreement on what the SQUO looks like (Taiwan)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Outcome: Agree with the SQUO, disagree on the outcome (Min. Wage)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Impact: Agree with the SQUO and Outcome, disagree on the impact (SCOTUS Term Limits)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IT IS YOUR JOB TO IDENTIFY WHAT TYPE OF DEBATE IT IS + </a:t>
            </a:r>
            <a:r>
              <a:rPr lang="en" sz="1900"/>
              <a:t>FOCUS YOUR SPEECH ON SETTLING IT ONCE AND FOR ALL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Two Worlds: Think about Avengers (Different Timelines vs Main Timeline)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For every debate, there will be two worlds (AFF and NEG), AKA the AFF world and the SQUO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In your speech, you have to show your judges a comparative of these two worlds - Which world do you want to live in?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Addressing Clash Points/Winning Debates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Ask yourself, what does my side need to do to win this debate?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What has/hasn’t been said or proven?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Where have both sides failed and how can I fix that?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If I were a judge, what would I want to hear from this speech?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Cutting Content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 later in the round you speak, the more your speech should be addressing the main clash points/the core of the debate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What to cut? Any Rehash in your speech, or anything that isn’t integral to your analysis of the round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Summarization is your friend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The Pre Req becomes more valuable the longer a round: This is where you need to be providing necessary context to the round and identifying the type of debate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Remember: Simplicity is Key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Instead of trying to respond to everything: Refute main arguments </a:t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" sz="1900"/>
              <a:t>Group Refutations together for max efficiency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Walk your judges through everything that you’re doing: “This debate comes down to x,” “AFF world looks like this, NEG world looks like this"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